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69F49-E499-3F5B-D9AD-B2DCC42CE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E7668-10A9-F2B0-B18A-E46EAA812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68632-A183-E5E6-F729-21A26BC4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1E9C1-BA6C-33D1-4622-05E0B36B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35EE1-864C-4DFD-DD57-C5EF3ABC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16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A024-6FB5-A871-AC85-26E5801F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3276-859E-225B-3E39-F5F365452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4E1D4-2B0D-55DA-5A82-4E3D5084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02FD0-A4D9-3DC4-F8F4-6BA9EDC6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BE43-90FA-69C0-4AA8-D3AB4729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35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0B96-8278-F7FE-BF0C-AA08367F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44E7B-EAC3-728D-41B2-8728694AF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CC5CE-D496-F63E-390E-87ABAABD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058A-2A80-D3A1-6CC4-634A03D8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72774-2CBC-D4ED-7400-A075328CF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08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0DEA-E4D8-0E1C-F05F-3DBC5E2D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7877C-F09D-6B3E-7032-1DAA417DD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A3B33-24E9-0CCF-CAA6-AC4F639DB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8360E-D133-8048-934C-67EFC554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80615-EDC1-BD8C-699C-2CA5D7B1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EA185-34B2-5BCB-64C7-6DA9E659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56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F438-3508-7B4B-5E88-01FDB9FE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6B31D-BEB1-58E6-C1F0-11D803548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CEB02-23D3-0643-6663-C4523901C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E2332-59C5-F4CE-91FC-EAF51D93A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ACE2E6-7E84-D7D9-5C5D-8FD5B1BBE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07685-DF7D-B7A8-6309-1E197AE4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7266C-76B2-0934-7DFB-B675BA73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C08A74-A903-9801-CF7A-4C905F31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01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3CF-3A9A-60D9-7C05-B3CA371B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14AD9-116A-6380-A0A7-2542483A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EDE2E-EE44-E250-0789-FFF0715B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87A71-88C8-55B4-FE1D-615B1451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54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19348-EDE5-EA67-0404-67A4D2A7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9C764-0EA1-BF74-FF03-28462276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60633-6B0B-B0D2-21C8-BDE508D4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64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FBFA-CA62-2EC9-3C58-94A3E201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C1283-1AE8-579F-A445-B9809256C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42738-7D13-3B4D-CC8F-9F3EFE667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49E13-F2FD-7AAE-E983-9522B16E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EDCB7-C311-6D2C-D2D7-0F08A4EF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68FF1-88EA-0443-0F0C-82F06253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51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5BBF-F1EF-4082-B14E-041228712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07C17-0557-DBC7-BF1B-21EA06CF3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6ACD9-CD49-4C1A-5364-5AB141080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30BAF-3D56-1CCD-164E-D6C45CBA9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C3F4-138D-6A2D-C8B1-E2CDA1A9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2C697-827D-2503-9E4A-1A5E8DD6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9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164B-48D6-80F4-BBE6-267E9EBC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00421-CAC3-AE89-05A5-61FC4A2C8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18FE6-FF9B-8C88-4A0C-08AF8265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92619-EE2F-6488-F81A-6F88DE84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6C925-7067-3120-0822-FB0E49ED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25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7A6C4-01F6-1F15-CA2B-9A914D35E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B1ADF-EE0D-AF91-4C17-B061D731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73E4-912B-98E9-6057-2F0E88CF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032CF-0FDA-2AD3-3443-3E13941B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F2C97-B226-0035-538A-D2EB8F1B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40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4A9DA-B0CA-D4DD-A87A-E6857354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DA227-E1D6-02A8-89D5-6544E6EA0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6DF4A-8BA0-C79A-BE7A-F0032DFAE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966CD-D100-48FE-B38C-E9A0D4D27707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FFDDE-43FF-61B3-5D6D-0C0D8B967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B973A-24E6-F819-6E9E-EB043EFD1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D7B55-FAC8-4CA4-BE1E-B4BE11FD4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11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4040-B916-93D7-41F1-4CC5800D3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DF174-E691-BCA7-12B5-D5530F943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04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1114F-AAD9-4A3E-666E-A868EEC90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2635-0A11-9FCB-87D5-B1FBE29D0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Title2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3DCBF-14FB-24C9-0B21-687630D90E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7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Title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Victor</dc:creator>
  <cp:lastModifiedBy>Victor</cp:lastModifiedBy>
  <cp:revision>4</cp:revision>
  <dcterms:created xsi:type="dcterms:W3CDTF">2023-09-25T11:13:27Z</dcterms:created>
  <dcterms:modified xsi:type="dcterms:W3CDTF">2025-09-11T10:18:37Z</dcterms:modified>
</cp:coreProperties>
</file>